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2BF090-B6BF-48D3-956A-CFBB519E4B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73D86A-B6B7-48A6-AF9E-759641E6AB3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marker.png"/><Relationship Id="rId3" Type="http://schemas.openxmlformats.org/officeDocument/2006/relationships/image" Target="../media/marker.sv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marker.png"/><Relationship Id="rId3" Type="http://schemas.openxmlformats.org/officeDocument/2006/relationships/image" Target="../media/marker.sv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marker.png"/><Relationship Id="rId3" Type="http://schemas.openxmlformats.org/officeDocument/2006/relationships/image" Target="../media/marker.sv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marker.png"/><Relationship Id="rId3" Type="http://schemas.openxmlformats.org/officeDocument/2006/relationships/image" Target="../media/marker.sv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robe"/>
          <p:cNvPicPr/>
          <p:nvPr/>
        </p:nvPicPr>
        <p:blipFill>
          <a:blip r:embed="rId1">
            <a:extLst>
              <a:ext uri="{{96DAC541-7B7A-43D3-8B79-37D633B846F1}}">
                <asvg:svgBlip xmlns:asvg="http://schemas.microsoft.com/office/drawing/2016/SVG/main" r:embed="rId3"/>
              </a:ext>
            </a:extLst>
          </a:blip>
          <a:srcRect l="20000" t="10000"/>
          <a:stretch>
            <a:fillRect/>
          </a:stretch>
        </p:blipFill>
        <p:spPr>
          <a:xfrm>
            <a:off x="2000000" y="1000000"/>
            <a:ext cx="4800000" cy="3600000"/>
          </a:xfrm>
          <a:custGeom>
            <a:avLst/>
            <a:gdLst/>
            <a:ahLst/>
            <a:cxnLst/>
            <a:rect l="l" t="t" r="r" b="b"/>
            <a:pathLst>
              <a:path w="4800000" h="3600000">
                <a:moveTo>
                  <a:pt x="2400000" y="0"/>
                </a:moveTo>
                <a:lnTo>
                  <a:pt x="0" y="1800000"/>
                </a:lnTo>
                <a:lnTo>
                  <a:pt x="0" y="3600000"/>
                </a:lnTo>
                <a:lnTo>
                  <a:pt x="1900000" y="3600000"/>
                </a:lnTo>
                <a:lnTo>
                  <a:pt x="4800000" y="1500000"/>
                </a:lnTo>
                <a:close/>
              </a:path>
            </a:pathLst>
          </a:cu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robe"/>
          <p:cNvPicPr/>
          <p:nvPr/>
        </p:nvPicPr>
        <p:blipFill>
          <a:blip r:embed="rId1">
            <a:extLst>
              <a:ext uri="{{96DAC541-7B7A-43D3-8B79-37D633B846F1}}">
                <asvg:svgBlip xmlns:asvg="http://schemas.microsoft.com/office/drawing/2016/SVG/main" r:embed="rId3"/>
              </a:ext>
            </a:extLst>
          </a:blip>
          <a:srcRect l="20000" t="10000"/>
          <a:stretch>
            <a:fillRect/>
          </a:stretch>
        </p:blipFill>
        <p:spPr>
          <a:xfrm flipV="1">
            <a:off x="2000000" y="1000000"/>
            <a:ext cx="4800000" cy="3600000"/>
          </a:xfrm>
          <a:custGeom>
            <a:avLst/>
            <a:gdLst/>
            <a:ahLst/>
            <a:cxnLst/>
            <a:rect l="l" t="t" r="r" b="b"/>
            <a:pathLst>
              <a:path w="4800000" h="3600000">
                <a:moveTo>
                  <a:pt x="2400000" y="0"/>
                </a:moveTo>
                <a:lnTo>
                  <a:pt x="0" y="1800000"/>
                </a:lnTo>
                <a:lnTo>
                  <a:pt x="0" y="3600000"/>
                </a:lnTo>
                <a:lnTo>
                  <a:pt x="1900000" y="3600000"/>
                </a:lnTo>
                <a:lnTo>
                  <a:pt x="4800000" y="1500000"/>
                </a:lnTo>
                <a:close/>
              </a:path>
            </a:pathLst>
          </a:custGeom>
          <a:noFill/>
          <a:ln w="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robe"/>
          <p:cNvPicPr/>
          <p:nvPr/>
        </p:nvPicPr>
        <p:blipFill>
          <a:blip r:embed="rId1">
            <a:extLst>
              <a:ext uri="{{96DAC541-7B7A-43D3-8B79-37D633B846F1}}">
                <asvg:svgBlip xmlns:asvg="http://schemas.microsoft.com/office/drawing/2016/SVG/main" r:embed="rId3"/>
              </a:ext>
            </a:extLst>
          </a:blip>
          <a:srcRect l="20000" t="10000"/>
          <a:stretch>
            <a:fillRect/>
          </a:stretch>
        </p:blipFill>
        <p:spPr>
          <a:xfrm rot="8100000">
            <a:off x="2000000" y="1000000"/>
            <a:ext cx="4800000" cy="3600000"/>
          </a:xfrm>
          <a:custGeom>
            <a:avLst/>
            <a:gdLst/>
            <a:ahLst/>
            <a:cxnLst/>
            <a:rect l="l" t="t" r="r" b="b"/>
            <a:pathLst>
              <a:path w="4800000" h="3600000">
                <a:moveTo>
                  <a:pt x="2400000" y="0"/>
                </a:moveTo>
                <a:lnTo>
                  <a:pt x="0" y="1800000"/>
                </a:lnTo>
                <a:lnTo>
                  <a:pt x="0" y="3600000"/>
                </a:lnTo>
                <a:lnTo>
                  <a:pt x="1900000" y="3600000"/>
                </a:lnTo>
                <a:lnTo>
                  <a:pt x="4800000" y="1500000"/>
                </a:lnTo>
                <a:close/>
              </a:path>
            </a:pathLst>
          </a:custGeom>
          <a:noFill/>
          <a:ln w="0"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robe"/>
          <p:cNvPicPr/>
          <p:nvPr/>
        </p:nvPicPr>
        <p:blipFill>
          <a:blip r:embed="rId1">
            <a:extLst>
              <a:ext uri="{{96DAC541-7B7A-43D3-8B79-37D633B846F1}}">
                <asvg:svgBlip xmlns:asvg="http://schemas.microsoft.com/office/drawing/2016/SVG/main" r:embed="rId3"/>
              </a:ext>
            </a:extLst>
          </a:blip>
          <a:srcRect l="20000" t="10000"/>
          <a:stretch>
            <a:fillRect/>
          </a:stretch>
        </p:blipFill>
        <p:spPr>
          <a:xfrm rot="8100000" flipV="1">
            <a:off x="2000000" y="1000000"/>
            <a:ext cx="4800000" cy="3600000"/>
          </a:xfrm>
          <a:custGeom>
            <a:avLst/>
            <a:gdLst/>
            <a:ahLst/>
            <a:cxnLst/>
            <a:rect l="l" t="t" r="r" b="b"/>
            <a:pathLst>
              <a:path w="4800000" h="3600000">
                <a:moveTo>
                  <a:pt x="2400000" y="0"/>
                </a:moveTo>
                <a:lnTo>
                  <a:pt x="0" y="1800000"/>
                </a:lnTo>
                <a:lnTo>
                  <a:pt x="0" y="3600000"/>
                </a:lnTo>
                <a:lnTo>
                  <a:pt x="1900000" y="3600000"/>
                </a:lnTo>
                <a:lnTo>
                  <a:pt x="4800000" y="1500000"/>
                </a:lnTo>
                <a:close/>
              </a:path>
            </a:pathLst>
          </a:custGeom>
          <a:noFill/>
          <a:ln w="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2025-12-22T11:08:38Z</dcterms:created>
  <dc:creator/>
  <dc:description/>
  <dc:language>es-ES</dc:language>
  <cp:lastModifiedBy/>
  <dcterms:modified xsi:type="dcterms:W3CDTF">2026-01-08T10:05:20Z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