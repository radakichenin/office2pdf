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185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425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724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28/2/2025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986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28/2/2025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689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28/2/2025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817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28/2/2025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689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28/2/2025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203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28/2/2025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600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875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983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28/2/2025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24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dientBox"/>
          <p:cNvSpPr/>
          <p:nvPr/>
        </p:nvSpPr>
        <p:spPr>
          <a:xfrm>
            <a:off x="900000" y="1500000"/>
            <a:ext cx="3000000" cy="3000000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rgbClr val="FFFFFF"/>
              </a:gs>
            </a:gsLst>
            <a:lin ang="5400000"/>
          </a:gradFill>
        </p:spPr>
      </p:sp>
      <p:sp>
        <p:nvSpPr>
          <p:cNvPr id="3" name="PatternBox"/>
          <p:cNvSpPr/>
          <p:nvPr/>
        </p:nvSpPr>
        <p:spPr>
          <a:xfrm>
            <a:off x="5000000" y="1500000"/>
            <a:ext cx="3000000" cy="3000000"/>
          </a:xfrm>
          <a:prstGeom prst="rect">
            <a:avLst/>
          </a:prstGeom>
          <a:pattFill prst="ltUpDiag">
            <a:fgClr>
              <a:srgbClr val="0000FF"/>
            </a:fgClr>
            <a:bgClr>
              <a:srgbClr val="FFFFFF"/>
            </a:bgClr>
          </a:patt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</Words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Calisto MT</vt:lpstr>
      <vt:lpstr>Univers Condensed</vt:lpstr>
      <vt:lpstr>ChronicleVTI</vt:lpstr>
      <vt:lpstr>PAGE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https://mysamplefiles.com</dc:creator>
  <dcterms:created xsi:type="dcterms:W3CDTF">2025-02-28T08:22:49Z</dcterms:created>
  <dcterms:modified xsi:type="dcterms:W3CDTF">2025-02-28T08:25:03Z</dcterms:modified>
</cp:coreProperties>
</file>