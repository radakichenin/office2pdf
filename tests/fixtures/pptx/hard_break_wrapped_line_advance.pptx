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2540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abel 6pt"/>
          <p:cNvSpPr txBox="1"/>
          <p:nvPr/>
        </p:nvSpPr>
        <p:spPr>
          <a:xfrm>
            <a:off x="508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6pt</a:t>
            </a:r>
          </a:p>
        </p:txBody>
      </p:sp>
      <p:sp>
        <p:nvSpPr>
          <p:cNvPr id="3" name="Caption 6pt"/>
          <p:cNvSpPr txBox="1"/>
          <p:nvPr/>
        </p:nvSpPr>
        <p:spPr>
          <a:xfrm>
            <a:off x="508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>
                <a:latin typeface="Arial"/>
              </a:rPr>
              <a:t>Hxg6a</a:t>
            </a:r>
            <a:br>
              <a:rPr lang="en-US" sz="600">
                <a:latin typeface="Arial"/>
              </a:rPr>
            </a:br>
            <a:r>
              <a:rPr lang="en-US" sz="600">
                <a:latin typeface="Arial"/>
              </a:rPr>
              <a:t>Hxg6b</a:t>
            </a:r>
            <a:br>
              <a:rPr lang="en-US" sz="600">
                <a:latin typeface="Arial"/>
              </a:rPr>
            </a:br>
            <a:r>
              <a:rPr lang="en-US" sz="600">
                <a:latin typeface="Arial"/>
              </a:rPr>
              <a:t>Hxg6c</a:t>
            </a:r>
            <a:br>
              <a:rPr lang="en-US" sz="600">
                <a:latin typeface="Arial"/>
              </a:rPr>
            </a:br>
            <a:r>
              <a:rPr lang="en-US" sz="600">
                <a:latin typeface="Arial"/>
              </a:rPr>
              <a:t>Hxg6d</a:t>
            </a:r>
          </a:p>
        </p:txBody>
      </p:sp>
      <p:sp>
        <p:nvSpPr>
          <p:cNvPr id="4" name="Label 8pt"/>
          <p:cNvSpPr txBox="1"/>
          <p:nvPr/>
        </p:nvSpPr>
        <p:spPr>
          <a:xfrm>
            <a:off x="2159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8pt</a:t>
            </a:r>
          </a:p>
        </p:txBody>
      </p:sp>
      <p:sp>
        <p:nvSpPr>
          <p:cNvPr id="5" name="Caption 8pt"/>
          <p:cNvSpPr txBox="1"/>
          <p:nvPr/>
        </p:nvSpPr>
        <p:spPr>
          <a:xfrm>
            <a:off x="2159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>
                <a:latin typeface="Arial"/>
              </a:rPr>
              <a:t>Hxg8a</a:t>
            </a:r>
            <a:br>
              <a:rPr lang="en-US" sz="800">
                <a:latin typeface="Arial"/>
              </a:rPr>
            </a:br>
            <a:r>
              <a:rPr lang="en-US" sz="800">
                <a:latin typeface="Arial"/>
              </a:rPr>
              <a:t>Hxg8b</a:t>
            </a:r>
            <a:br>
              <a:rPr lang="en-US" sz="800">
                <a:latin typeface="Arial"/>
              </a:rPr>
            </a:br>
            <a:r>
              <a:rPr lang="en-US" sz="800">
                <a:latin typeface="Arial"/>
              </a:rPr>
              <a:t>Hxg8c</a:t>
            </a:r>
            <a:br>
              <a:rPr lang="en-US" sz="800">
                <a:latin typeface="Arial"/>
              </a:rPr>
            </a:br>
            <a:r>
              <a:rPr lang="en-US" sz="800">
                <a:latin typeface="Arial"/>
              </a:rPr>
              <a:t>Hxg8d</a:t>
            </a:r>
          </a:p>
        </p:txBody>
      </p:sp>
      <p:sp>
        <p:nvSpPr>
          <p:cNvPr id="6" name="Label 9pt"/>
          <p:cNvSpPr txBox="1"/>
          <p:nvPr/>
        </p:nvSpPr>
        <p:spPr>
          <a:xfrm>
            <a:off x="3810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9pt</a:t>
            </a:r>
          </a:p>
        </p:txBody>
      </p:sp>
      <p:sp>
        <p:nvSpPr>
          <p:cNvPr id="7" name="Caption 9pt"/>
          <p:cNvSpPr txBox="1"/>
          <p:nvPr/>
        </p:nvSpPr>
        <p:spPr>
          <a:xfrm>
            <a:off x="3810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latin typeface="Arial"/>
              </a:rPr>
              <a:t>Hxg9a</a:t>
            </a:r>
            <a:br>
              <a:rPr lang="en-US" sz="900">
                <a:latin typeface="Arial"/>
              </a:rPr>
            </a:br>
            <a:r>
              <a:rPr lang="en-US" sz="900">
                <a:latin typeface="Arial"/>
              </a:rPr>
              <a:t>Hxg9b</a:t>
            </a:r>
            <a:br>
              <a:rPr lang="en-US" sz="900">
                <a:latin typeface="Arial"/>
              </a:rPr>
            </a:br>
            <a:r>
              <a:rPr lang="en-US" sz="900">
                <a:latin typeface="Arial"/>
              </a:rPr>
              <a:t>Hxg9c</a:t>
            </a:r>
            <a:br>
              <a:rPr lang="en-US" sz="900">
                <a:latin typeface="Arial"/>
              </a:rPr>
            </a:br>
            <a:r>
              <a:rPr lang="en-US" sz="900">
                <a:latin typeface="Arial"/>
              </a:rPr>
              <a:t>Hxg9d</a:t>
            </a:r>
          </a:p>
        </p:txBody>
      </p:sp>
      <p:sp>
        <p:nvSpPr>
          <p:cNvPr id="8" name="Label 10pt"/>
          <p:cNvSpPr txBox="1"/>
          <p:nvPr/>
        </p:nvSpPr>
        <p:spPr>
          <a:xfrm>
            <a:off x="5461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10pt</a:t>
            </a:r>
          </a:p>
        </p:txBody>
      </p:sp>
      <p:sp>
        <p:nvSpPr>
          <p:cNvPr id="9" name="Caption 10pt"/>
          <p:cNvSpPr txBox="1"/>
          <p:nvPr/>
        </p:nvSpPr>
        <p:spPr>
          <a:xfrm>
            <a:off x="5461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latin typeface="Arial"/>
              </a:rPr>
              <a:t>Hxg10a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Hxg10b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Hxg10c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Hxg10d</a:t>
            </a:r>
          </a:p>
        </p:txBody>
      </p:sp>
      <p:sp>
        <p:nvSpPr>
          <p:cNvPr id="10" name="Label 11pt"/>
          <p:cNvSpPr txBox="1"/>
          <p:nvPr/>
        </p:nvSpPr>
        <p:spPr>
          <a:xfrm>
            <a:off x="7112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11pt</a:t>
            </a:r>
          </a:p>
        </p:txBody>
      </p:sp>
      <p:sp>
        <p:nvSpPr>
          <p:cNvPr id="11" name="Caption 11pt"/>
          <p:cNvSpPr txBox="1"/>
          <p:nvPr/>
        </p:nvSpPr>
        <p:spPr>
          <a:xfrm>
            <a:off x="7112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latin typeface="Arial"/>
              </a:rPr>
              <a:t>Hxg11a</a:t>
            </a:r>
            <a:br>
              <a:rPr lang="en-US" sz="1100">
                <a:latin typeface="Arial"/>
              </a:rPr>
            </a:br>
            <a:r>
              <a:rPr lang="en-US" sz="1100">
                <a:latin typeface="Arial"/>
              </a:rPr>
              <a:t>Hxg11b</a:t>
            </a:r>
            <a:br>
              <a:rPr lang="en-US" sz="1100">
                <a:latin typeface="Arial"/>
              </a:rPr>
            </a:br>
            <a:r>
              <a:rPr lang="en-US" sz="1100">
                <a:latin typeface="Arial"/>
              </a:rPr>
              <a:t>Hxg11c</a:t>
            </a:r>
            <a:br>
              <a:rPr lang="en-US" sz="1100">
                <a:latin typeface="Arial"/>
              </a:rPr>
            </a:br>
            <a:r>
              <a:rPr lang="en-US" sz="1100">
                <a:latin typeface="Arial"/>
              </a:rPr>
              <a:t>Hxg11d</a:t>
            </a:r>
          </a:p>
        </p:txBody>
      </p:sp>
      <p:sp>
        <p:nvSpPr>
          <p:cNvPr id="12" name="Label 12pt"/>
          <p:cNvSpPr txBox="1"/>
          <p:nvPr/>
        </p:nvSpPr>
        <p:spPr>
          <a:xfrm>
            <a:off x="8763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12pt</a:t>
            </a:r>
          </a:p>
        </p:txBody>
      </p:sp>
      <p:sp>
        <p:nvSpPr>
          <p:cNvPr id="13" name="Caption 12pt"/>
          <p:cNvSpPr txBox="1"/>
          <p:nvPr/>
        </p:nvSpPr>
        <p:spPr>
          <a:xfrm>
            <a:off x="8763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latin typeface="Arial"/>
              </a:rPr>
              <a:t>Hxg12a</a:t>
            </a:r>
            <a:br>
              <a:rPr lang="en-US" sz="1200">
                <a:latin typeface="Arial"/>
              </a:rPr>
            </a:br>
            <a:r>
              <a:rPr lang="en-US" sz="1200">
                <a:latin typeface="Arial"/>
              </a:rPr>
              <a:t>Hxg12b</a:t>
            </a:r>
            <a:br>
              <a:rPr lang="en-US" sz="1200">
                <a:latin typeface="Arial"/>
              </a:rPr>
            </a:br>
            <a:r>
              <a:rPr lang="en-US" sz="1200">
                <a:latin typeface="Arial"/>
              </a:rPr>
              <a:t>Hxg12c</a:t>
            </a:r>
            <a:br>
              <a:rPr lang="en-US" sz="1200">
                <a:latin typeface="Arial"/>
              </a:rPr>
            </a:br>
            <a:r>
              <a:rPr lang="en-US" sz="1200">
                <a:latin typeface="Arial"/>
              </a:rPr>
              <a:t>Hxg12d</a:t>
            </a:r>
          </a:p>
        </p:txBody>
      </p:sp>
      <p:sp>
        <p:nvSpPr>
          <p:cNvPr id="14" name="Label 14pt"/>
          <p:cNvSpPr txBox="1"/>
          <p:nvPr/>
        </p:nvSpPr>
        <p:spPr>
          <a:xfrm>
            <a:off x="10414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14pt</a:t>
            </a:r>
          </a:p>
        </p:txBody>
      </p:sp>
      <p:sp>
        <p:nvSpPr>
          <p:cNvPr id="15" name="Caption 14pt"/>
          <p:cNvSpPr txBox="1"/>
          <p:nvPr/>
        </p:nvSpPr>
        <p:spPr>
          <a:xfrm>
            <a:off x="10414000" y="5715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latin typeface="Arial"/>
              </a:rPr>
              <a:t>Hxg14a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Hxg14b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Hxg14c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Hxg14d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