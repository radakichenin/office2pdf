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1E1B6-28A2-7C7C-2C9A-0FCC79CF1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77BB22-41BB-9320-689F-8BB60AAF9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7DEF3-C0AD-666C-2D43-D943AFE7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CD37C7-51B4-9103-3E24-C9B429B1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8DA1C8-F805-5EEA-628C-595E26B1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84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A40B7-3AAA-F45E-FFFC-ABE634A0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68A9C0-D904-160F-5455-FCFFF8BD2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5C3775-00B0-2F6C-A96E-FAAFDEAC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D7FE9E-CAD5-6469-F472-88721214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D9D2DF-008D-7A6F-975D-448EE828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240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E8BDF-694C-5123-CCAE-DDFC6B775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7D4E60-C257-26A9-A16D-87E4FEF18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19AD07-D5E2-0804-6405-30C7C158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88B54-CD01-A139-342D-C0AADA87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A98E5B-6873-EAF2-5AA0-193070C8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770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7ACC3-E6F1-3599-D780-2096F242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7A78-5903-6ADD-621C-A334F153B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CEDA0B-2FE6-EF53-9266-E22D08B6F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3D9A63-2DDE-CB69-BC87-52048770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F0CFE-A9C2-A457-A2F0-9D6C2073E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BE29C2-6381-B7EE-FB45-1485AA17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674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41E35-CDCD-9E2C-3DE6-7A7EDD1A2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1A5595-96E0-CB17-04A4-7AB1899C8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F-33B0-F233-5801-D559523B9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CC41BD-896C-C28B-BBFB-6EE52B8FD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EC745C-0732-E958-FAF5-AE002B2F0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602AD8-573F-78EB-90B8-CCBB6758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1B7425-544E-180F-3F1B-FCED6DA9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EBBD38-E803-17F1-52D7-7DE46BAA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40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CB7EA-391E-2606-45B0-D3B637B9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838B60-BAE5-C5BD-2B23-823528A4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17F738-0CE7-A7F9-4C18-541C6364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6BE7B3-41A7-BAF4-0FA7-A7B7B0AA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75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34EE69-E2F5-4CCF-F3E4-E9078C6B3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7CBEC3-23FE-BD81-86C3-61B9BA5C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FCEB9-D6B6-D603-4947-1A2CDF56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92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6AA4E-86E7-EDC6-F1DD-394AB4268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4B99B9-DEB2-A68E-75DE-642DEB2A3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73085B-8918-29C0-55ED-02F4D5B70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3F340C-BECD-98A3-3B21-92AF7EEB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6D218A-9CE7-59CC-34C6-55B3DFDCB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47453C-735B-FA65-E3AC-87FA7B00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815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01511-E8F1-9AFC-AC07-5BF8393EF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609311-4EED-4F47-283C-7AB97895B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BB1F15-173E-9165-4DB6-A29ED4E1A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B43994-94F4-F572-81D2-D6716A41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1BF05F-C67D-F49B-FD7E-269C26AF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B330AC-73C0-11D1-084E-BD7D8D2F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09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70CEF-209B-4E9A-665C-E32DB18A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1BAFA4-F7BC-5EE4-24FB-63375EB31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D2C2A-B4DA-1EFC-B80C-C951B327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9BDAB8-1F23-1C4C-7AD5-6DF6D6EA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0065A-612B-04FB-177C-AEF9BF5C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23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8B35EA-447F-C801-44F6-43BCCB485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50868A-DD56-9DB4-5DEE-DC258FA09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A3DEA4-6E6B-E56E-A71E-003AACDA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7B4FA5-EA99-B30D-988B-0E799AF9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8F584E-58AA-FADD-E9FC-30EDCFBD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09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FED21B-90C9-0282-AA15-393747E06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A9BFF9-3422-9B4A-5172-1421E3E9A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5345F3-A452-D508-2945-340ADDCB1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6185F-0031-474D-A8D5-7F4924555035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D293CF-E84E-0CC1-E6B4-32F551AEB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E343C2-0C5A-4B43-52DC-3593314A8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21772-0DF0-4843-8859-ADD1B6B33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562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DBA85-4682-90AB-A54A-BE8364429007}"/>
              </a:ext>
            </a:extLst>
          </p:cNvPr>
          <p:cNvSpPr txBox="1"/>
          <p:nvPr/>
        </p:nvSpPr>
        <p:spPr>
          <a:xfrm>
            <a:off x="508000" y="38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</a:t>
            </a:r>
            <a:r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2CDDE-CFCD-1735-AD3C-B888BADC64C2}"/>
              </a:ext>
            </a:extLst>
          </p:cNvPr>
          <p:cNvSpPr txBox="1"/>
          <p:nvPr/>
        </p:nvSpPr>
        <p:spPr>
          <a:xfrm>
            <a:off x="508000" y="165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</a:t>
            </a:r>
            <a:r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t>!</a:t>
            </a:r>
            <a:endParaRPr lang="ko-KR" alt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33557-964D-A7F8-05EB-B8C692379101}"/>
              </a:ext>
            </a:extLst>
          </p:cNvPr>
          <p:cNvSpPr txBox="1"/>
          <p:nvPr/>
        </p:nvSpPr>
        <p:spPr>
          <a:xfrm>
            <a:off x="508000" y="292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</a:t>
            </a:r>
            <a:r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25CD6-B311-1A34-7A56-B22D36320174}"/>
              </a:ext>
            </a:extLst>
          </p:cNvPr>
          <p:cNvSpPr txBox="1"/>
          <p:nvPr/>
        </p:nvSpPr>
        <p:spPr>
          <a:xfrm>
            <a:off x="508000" y="419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</a:t>
            </a:r>
            <a:r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  <a:endParaRPr lang="ko-KR" alt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D3572-ABA1-9485-E2A8-6E1E75907CE7}"/>
              </a:ext>
            </a:extLst>
          </p:cNvPr>
          <p:cNvSpPr txBox="1"/>
          <p:nvPr/>
        </p:nvSpPr>
        <p:spPr>
          <a:xfrm>
            <a:off x="508000" y="546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</a:t>
            </a:r>
            <a:r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104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74E0E-7200-73F9-C92C-34E13A7592B7}"/>
              </a:ext>
            </a:extLst>
          </p:cNvPr>
          <p:cNvSpPr txBox="1"/>
          <p:nvPr/>
        </p:nvSpPr>
        <p:spPr>
          <a:xfrm>
            <a:off x="508000" y="38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EB0DB-D555-B9CC-050C-FBA07BB6F6A7}"/>
              </a:ext>
            </a:extLst>
          </p:cNvPr>
          <p:cNvSpPr txBox="1"/>
          <p:nvPr/>
        </p:nvSpPr>
        <p:spPr>
          <a:xfrm>
            <a:off x="508000" y="165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</a:t>
            </a:r>
            <a:r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t>…</a:t>
            </a:r>
            <a:endParaRPr lang="ko-KR" alt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1023F-70DF-8E44-2F0B-5054F2339272}"/>
              </a:ext>
            </a:extLst>
          </p:cNvPr>
          <p:cNvSpPr txBox="1"/>
          <p:nvPr/>
        </p:nvSpPr>
        <p:spPr>
          <a:xfrm>
            <a:off x="508000" y="292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</a:t>
            </a:r>
            <a:r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t>:</a:t>
            </a:r>
            <a:endParaRPr lang="ko-KR" alt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B2568-E34C-3C99-78E7-307EAF4D84B3}"/>
              </a:ext>
            </a:extLst>
          </p:cNvPr>
          <p:cNvSpPr txBox="1"/>
          <p:nvPr/>
        </p:nvSpPr>
        <p:spPr>
          <a:xfrm>
            <a:off x="508000" y="419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</a:t>
            </a:r>
            <a:r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t>%</a:t>
            </a:r>
            <a:endParaRPr lang="ko-KR" alt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372FE-79DA-EFF1-3215-D88D5394B666}"/>
              </a:ext>
            </a:extLst>
          </p:cNvPr>
          <p:cNvSpPr txBox="1"/>
          <p:nvPr/>
        </p:nvSpPr>
        <p:spPr>
          <a:xfrm>
            <a:off x="508000" y="546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가나다라마바사아자차？</a:t>
            </a:r>
          </a:p>
        </p:txBody>
      </p:sp>
    </p:spTree>
    <p:extLst>
      <p:ext uri="{BB962C8B-B14F-4D97-AF65-F5344CB8AC3E}">
        <p14:creationId xmlns:p14="http://schemas.microsoft.com/office/powerpoint/2010/main" val="327644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E8AFA-7A5A-AD89-5CD9-7AF63C8AC07D}"/>
              </a:ext>
            </a:extLst>
          </p:cNvPr>
          <p:cNvSpPr txBox="1"/>
          <p:nvPr/>
        </p:nvSpPr>
        <p:spPr>
          <a:xfrm>
            <a:off x="508000" y="38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E5F3F-0EFD-B985-3436-099C4BE401A9}"/>
              </a:ext>
            </a:extLst>
          </p:cNvPr>
          <p:cNvSpPr txBox="1"/>
          <p:nvPr/>
        </p:nvSpPr>
        <p:spPr>
          <a:xfrm>
            <a:off x="508000" y="165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D4B0D-4F67-FBB1-AF84-BABCF7873A5B}"/>
              </a:ext>
            </a:extLst>
          </p:cNvPr>
          <p:cNvSpPr txBox="1"/>
          <p:nvPr/>
        </p:nvSpPr>
        <p:spPr>
          <a:xfrm>
            <a:off x="508000" y="292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</a:t>
            </a:r>
            <a:r>
              <a:rPr lang="en-US" altLang="ko-KR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endParaRPr lang="ko-KR" alt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96FB6B-EA01-3F87-FD85-43E9D5F24019}"/>
              </a:ext>
            </a:extLst>
          </p:cNvPr>
          <p:cNvSpPr txBox="1"/>
          <p:nvPr/>
        </p:nvSpPr>
        <p:spPr>
          <a:xfrm>
            <a:off x="508000" y="419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35D7C-BFA0-4016-8B2A-5CA9CC2812B0}"/>
              </a:ext>
            </a:extLst>
          </p:cNvPr>
          <p:cNvSpPr txBox="1"/>
          <p:nvPr/>
        </p:nvSpPr>
        <p:spPr>
          <a:xfrm>
            <a:off x="508000" y="5461000"/>
            <a:ext cx="250698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latin typeface="Malgun Gothic" panose="020B0503020000020004" pitchFamily="50" charset="-127"/>
                <a:ea typeface="Malgun Gothic" panose="020B0503020000020004" pitchFamily="50" charset="-127"/>
              </a:rPr>
              <a:t>가나다라마바사아자차카</a:t>
            </a:r>
          </a:p>
        </p:txBody>
      </p:sp>
    </p:spTree>
    <p:extLst>
      <p:ext uri="{BB962C8B-B14F-4D97-AF65-F5344CB8AC3E}">
        <p14:creationId xmlns:p14="http://schemas.microsoft.com/office/powerpoint/2010/main" val="1240497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CAD38-0C2B-495E-5947-EE1EB42543B2}"/>
              </a:ext>
            </a:extLst>
          </p:cNvPr>
          <p:cNvSpPr txBox="1"/>
          <p:nvPr/>
        </p:nvSpPr>
        <p:spPr>
          <a:xfrm>
            <a:off x="508000" y="381000"/>
            <a:ext cx="4572000" cy="152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b="1">
                <a:latin typeface="Malgun Gothic" panose="020B0503020000020004" pitchFamily="50" charset="-127"/>
                <a:ea typeface="Malgun Gothic" panose="020B0503020000020004" pitchFamily="50" charset="-127"/>
              </a:rPr>
              <a:t>p-</a:t>
            </a:r>
            <a:r>
              <a:rPr lang="ko-KR" altLang="en-US" b="1">
                <a:latin typeface="Malgun Gothic" panose="020B0503020000020004" pitchFamily="50" charset="-127"/>
                <a:ea typeface="Malgun Gothic" panose="020B0503020000020004" pitchFamily="50" charset="-127"/>
              </a:rPr>
              <a:t>값이 </a:t>
            </a:r>
            <a:r>
              <a:rPr lang="en-US" altLang="ko-KR" b="1">
                <a:latin typeface="Malgun Gothic" panose="020B0503020000020004" pitchFamily="50" charset="-127"/>
                <a:ea typeface="Malgun Gothic" panose="020B0503020000020004" pitchFamily="50" charset="-127"/>
              </a:rPr>
              <a:t>0.03</a:t>
            </a:r>
            <a:r>
              <a:rPr lang="ko-KR" altLang="en-US" b="1">
                <a:latin typeface="Malgun Gothic" panose="020B0503020000020004" pitchFamily="50" charset="-127"/>
                <a:ea typeface="Malgun Gothic" panose="020B0503020000020004" pitchFamily="50" charset="-127"/>
              </a:rPr>
              <a:t>이라는 것은 </a:t>
            </a:r>
            <a:r>
              <a:rPr lang="en-US" altLang="ko-KR" b="1">
                <a:latin typeface="Malgun Gothic" panose="020B0503020000020004" pitchFamily="50" charset="-127"/>
                <a:ea typeface="Malgun Gothic" panose="020B0503020000020004" pitchFamily="50" charset="-127"/>
              </a:rPr>
              <a:t>"</a:t>
            </a:r>
            <a:r>
              <a:rPr lang="ko-KR" altLang="en-US" b="1">
                <a:latin typeface="Malgun Gothic" panose="020B0503020000020004" pitchFamily="50" charset="-127"/>
                <a:ea typeface="Malgun Gothic" panose="020B0503020000020004" pitchFamily="50" charset="-127"/>
              </a:rPr>
              <a:t>귀무가설이 참일 확률이 </a:t>
            </a:r>
            <a:r>
              <a:rPr lang="en-US" altLang="ko-KR" b="1">
                <a:latin typeface="Malgun Gothic" panose="020B0503020000020004" pitchFamily="50" charset="-127"/>
                <a:ea typeface="Malgun Gothic" panose="020B0503020000020004" pitchFamily="50" charset="-127"/>
              </a:rPr>
              <a:t>3%"</a:t>
            </a:r>
            <a:r>
              <a:rPr lang="ko-KR" altLang="en-US" b="1">
                <a:latin typeface="Malgun Gothic" panose="020B0503020000020004" pitchFamily="50" charset="-127"/>
                <a:ea typeface="Malgun Gothic" panose="020B0503020000020004" pitchFamily="50" charset="-127"/>
              </a:rPr>
              <a:t>라는 뜻인가</a:t>
            </a:r>
            <a:r>
              <a:rPr lang="en-US" altLang="ko-KR" b="1"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endParaRPr lang="ko-KR" altLang="en-US" b="1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2493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와이드스크린</PresentationFormat>
  <Paragraphs>16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yhkwon-nb01</dc:creator>
  <cp:lastModifiedBy>yhkwon-nb01</cp:lastModifiedBy>
  <cp:revision>1</cp:revision>
  <dcterms:created xsi:type="dcterms:W3CDTF">2026-07-27T03:13:29Z</dcterms:created>
  <dcterms:modified xsi:type="dcterms:W3CDTF">2026-07-27T03:13:29Z</dcterms:modified>
</cp:coreProperties>
</file>