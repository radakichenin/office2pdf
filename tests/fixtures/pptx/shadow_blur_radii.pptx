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DC7F21-1F88-F2FF-565E-E5F52A124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2A5404F-104B-C2DA-E1C2-C7A8D60AD7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AC6239-A3F8-808A-3C46-A54CFF31F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A1464-869D-4174-A664-ADCA0195A814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46E700-DA20-9207-8EC5-8DFC27216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F412C7-479A-C976-5ED4-B434CE069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267E2-7899-4F16-9F64-C0C40A7096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2468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3EF901-B81E-0C76-6609-69C574324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6956AC-1F5D-5455-AEF5-AB7657553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4D498D-5394-9C0B-7F98-17583863D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A1464-869D-4174-A664-ADCA0195A814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C0976A-A970-D285-CCA3-FFEE08CFD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D02831-1353-8BA4-AB8D-C954DD7DA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267E2-7899-4F16-9F64-C0C40A7096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9167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58741D-4AFE-7F25-D22C-BE3049A07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0F23FE-CC05-1BF4-11DA-66040FCB4F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850317-8EB8-D738-9F4F-1B03AE195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A1464-869D-4174-A664-ADCA0195A814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8C593C-0A49-26C5-1B86-1D722500E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28D93D-30DD-158F-7C33-60923A70D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267E2-7899-4F16-9F64-C0C40A7096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1062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5C1D53-6316-3227-B58F-260C73051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0D2F43-239D-CB37-7E0A-748CEB3F59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AF8351D-F5DB-DE7B-2731-C937488B57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5F4F04D-B68C-876E-F248-15C551328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A1464-869D-4174-A664-ADCA0195A814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0BD1E8-3606-EC84-36F9-386E15628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95B853-6B38-FDD4-E10B-EAE6B2CD3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267E2-7899-4F16-9F64-C0C40A7096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2694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AD4FAC-707A-D27E-E237-1BBA8B371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7EF1BCD-44F8-F1B1-6495-B04B1F829B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2A9C14-AC89-D527-C73E-9D3230923E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8EB3FE9-348A-1111-53AA-5E202742B7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0E011F9-B793-3D77-60FF-EF55BD4741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6D7A443-A7E8-02EA-91F9-B2F93F5C9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A1464-869D-4174-A664-ADCA0195A814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9B7512C-E8D8-2BA6-CF31-4F2D6DCAD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A9D6DFB-7A97-FECA-A9C9-F6142A11E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267E2-7899-4F16-9F64-C0C40A7096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9745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C2E3F1-4800-BA6C-F5F8-4E33BEB0D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9FFF92C-16C2-F5B7-DAEF-6A8C8A9BC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A1464-869D-4174-A664-ADCA0195A814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EBA55C8-4561-9328-2F44-DE32B342C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0A4ACE-2ECD-8A92-4940-741834CA1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267E2-7899-4F16-9F64-C0C40A7096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3729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4316176-EFBE-72E7-3096-B43E26738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A1464-869D-4174-A664-ADCA0195A814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3614329-0504-8B6A-158D-CE5DC6BCF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088CA8-B927-0AB2-29D1-44FEEB64F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267E2-7899-4F16-9F64-C0C40A7096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0918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38E934-B0A6-378E-B844-FDDFC102A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45BDA6-1A37-E899-EAE2-212269829B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C120A3F-461D-EF0A-3717-C37712A4E2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5DADBF-71C9-9ACF-7E9B-015CB15BE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A1464-869D-4174-A664-ADCA0195A814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DD2B09D-5F9A-2FB1-E582-A69E73B09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AAEE6-CC00-4DBF-A7D8-8B550E7AB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267E2-7899-4F16-9F64-C0C40A7096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366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1A441D-E09A-3D8C-D22B-4BA05C964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4C4C61D-1362-765D-E6BF-AA01CE4B41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DF107B9-90B5-7882-D232-F8687B3C34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1467F1A-AD60-4DEF-F9EA-F3DBD7FEC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A1464-869D-4174-A664-ADCA0195A814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1DC5D6E-7E4B-BC81-68D9-10917619C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D41575E-8BBB-2755-19C5-63F65A8A1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267E2-7899-4F16-9F64-C0C40A7096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8065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AAC0B6-B101-4CA3-9DAE-76D9DF7B8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927D452-3E94-B1CE-5EA3-62F7900506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4D552F-05E8-2523-3238-901FFFE2C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A1464-869D-4174-A664-ADCA0195A814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FEA8D9-A4CD-B8EC-F582-D6232F577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987169-549A-E0BD-D7EB-BACD6D89B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267E2-7899-4F16-9F64-C0C40A7096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9509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DCC61B4-F6CF-9A75-FF36-7A286C134F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70EE9E5-87C5-200B-DC04-9E0F0E6E92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624598-3877-887F-12C3-4D6A265CD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A1464-869D-4174-A664-ADCA0195A814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499D93-059C-B5A7-9CC0-89FFEC992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7E48E7-26C0-A2F3-A49B-0EC1EDF5D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267E2-7899-4F16-9F64-C0C40A7096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7408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1C5366E-D43F-BB4E-0B72-083D66390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24583EF-CA71-D848-0CA0-C6190CE821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00212E-B6D0-05EF-78A7-24F2BD69AF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9A1464-869D-4174-A664-ADCA0195A814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4CB49A-4AF1-791F-EBF8-C39EA4BB24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94B2DB-7B54-530F-3127-F2C9F5DEBC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F267E2-7899-4F16-9F64-C0C40A7096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4201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6110931-2AD8-6FA8-2E55-E0810EA11134}"/>
              </a:ext>
            </a:extLst>
          </p:cNvPr>
          <p:cNvSpPr/>
          <p:nvPr/>
        </p:nvSpPr>
        <p:spPr>
          <a:xfrm>
            <a:off x="1016000" y="889000"/>
            <a:ext cx="2794000" cy="1651000"/>
          </a:xfrm>
          <a:prstGeom prst="rect">
            <a:avLst/>
          </a:prstGeom>
          <a:solidFill>
            <a:srgbClr val="80B0D8"/>
          </a:solidFill>
          <a:ln w="19050" cap="flat" cmpd="sng" algn="ctr">
            <a:noFill/>
            <a:prstDash val="solid"/>
            <a:miter lim="800000"/>
          </a:ln>
          <a:effectLst>
            <a:outerShdw blurRad="76200" dist="38100" dir="5400000" rotWithShape="0">
              <a:srgbClr val="000000">
                <a:alpha val="40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09FB1AD-D67A-3F5C-59ED-7132526B5F24}"/>
              </a:ext>
            </a:extLst>
          </p:cNvPr>
          <p:cNvSpPr/>
          <p:nvPr/>
        </p:nvSpPr>
        <p:spPr>
          <a:xfrm>
            <a:off x="6604000" y="889000"/>
            <a:ext cx="2794000" cy="1651000"/>
          </a:xfrm>
          <a:prstGeom prst="rect">
            <a:avLst/>
          </a:prstGeom>
          <a:solidFill>
            <a:srgbClr val="80B0D8"/>
          </a:solidFill>
          <a:ln w="19050" cap="flat" cmpd="sng" algn="ctr">
            <a:noFill/>
            <a:prstDash val="solid"/>
            <a:miter lim="800000"/>
          </a:ln>
          <a:effectLst>
            <a:outerShdw blurRad="152400" dist="38100" dir="5400000" rotWithShape="0">
              <a:srgbClr val="000000">
                <a:alpha val="40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806983A-B646-10E3-DA92-B4D5EC9F9940}"/>
              </a:ext>
            </a:extLst>
          </p:cNvPr>
          <p:cNvSpPr/>
          <p:nvPr/>
        </p:nvSpPr>
        <p:spPr>
          <a:xfrm>
            <a:off x="1016000" y="3937000"/>
            <a:ext cx="2794000" cy="1651000"/>
          </a:xfrm>
          <a:prstGeom prst="rect">
            <a:avLst/>
          </a:prstGeom>
          <a:solidFill>
            <a:srgbClr val="80B0D8"/>
          </a:solidFill>
          <a:ln w="19050" cap="flat" cmpd="sng" algn="ctr">
            <a:noFill/>
            <a:prstDash val="solid"/>
            <a:miter lim="800000"/>
          </a:ln>
          <a:effectLst>
            <a:outerShdw blurRad="304800" dist="38100" dir="5400000" rotWithShape="0">
              <a:srgbClr val="000000">
                <a:alpha val="40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42ABC20-4435-6B8B-0F5D-4A2F1C039BD8}"/>
              </a:ext>
            </a:extLst>
          </p:cNvPr>
          <p:cNvSpPr/>
          <p:nvPr/>
        </p:nvSpPr>
        <p:spPr>
          <a:xfrm>
            <a:off x="6604000" y="3937000"/>
            <a:ext cx="2794000" cy="1651000"/>
          </a:xfrm>
          <a:prstGeom prst="rect">
            <a:avLst/>
          </a:prstGeom>
          <a:solidFill>
            <a:srgbClr val="80B0D8"/>
          </a:solidFill>
          <a:ln w="19050" cap="flat" cmpd="sng" algn="ctr">
            <a:noFill/>
            <a:prstDash val="solid"/>
            <a:miter lim="800000"/>
          </a:ln>
          <a:effectLst>
            <a:outerShdw blurRad="114300" dist="38100" dir="5400000" rotWithShape="0">
              <a:srgbClr val="000000">
                <a:alpha val="40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7382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yhkwon-nb01</dc:creator>
  <cp:lastModifiedBy>yhkwon-nb01</cp:lastModifiedBy>
  <cp:revision>1</cp:revision>
  <dcterms:created xsi:type="dcterms:W3CDTF">2026-07-27T04:18:01Z</dcterms:created>
  <dcterms:modified xsi:type="dcterms:W3CDTF">2026-07-27T04:18:01Z</dcterms:modified>
</cp:coreProperties>
</file>