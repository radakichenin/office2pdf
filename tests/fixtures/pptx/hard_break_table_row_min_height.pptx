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2540000" cy="3175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08000" y="2032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20pt row / 9 x 6pt</a:t>
            </a:r>
          </a:p>
        </p:txBody>
      </p:sp>
      <p:graphicFrame>
        <p:nvGraphicFramePr>
          <p:cNvPr id="3" name="Growing table row"/>
          <p:cNvGraphicFramePr/>
          <p:nvPr/>
        </p:nvGraphicFramePr>
        <p:xfrm>
          <a:off x="508000" y="698500"/>
          <a:ext cx="1270000" cy="254000"/>
        </p:xfrm>
        <a:graphic>
          <a:graphicData uri="http://schemas.openxmlformats.org/drawingml/2006/table">
            <a:tbl>
              <a:tblPr/>
              <a:tblGrid>
                <a:gridCol w="1270000"/>
              </a:tblGrid>
              <a:tr h="254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>
                          <a:latin typeface="Arial"/>
                        </a:rPr>
                        <a:t>Line-1</a:t>
                      </a:r>
                      <a:br/>
                      <a:r>
                        <a:rPr lang="en-US" sz="600">
                          <a:latin typeface="Arial"/>
                        </a:rPr>
                        <a:t>Line-2</a:t>
                      </a:r>
                      <a:br/>
                      <a:r>
                        <a:rPr lang="en-US" sz="600">
                          <a:latin typeface="Arial"/>
                        </a:rPr>
                        <a:t>Line-3</a:t>
                      </a:r>
                      <a:br/>
                      <a:r>
                        <a:rPr lang="en-US" sz="600">
                          <a:latin typeface="Arial"/>
                        </a:rPr>
                        <a:t>Line-4</a:t>
                      </a:r>
                      <a:br/>
                      <a:r>
                        <a:rPr lang="en-US" sz="600">
                          <a:latin typeface="Arial"/>
                        </a:rPr>
                        <a:t>Line-5</a:t>
                      </a:r>
                      <a:br/>
                      <a:r>
                        <a:rPr lang="en-US" sz="600">
                          <a:latin typeface="Arial"/>
                        </a:rPr>
                        <a:t>Line-6</a:t>
                      </a:r>
                      <a:br/>
                      <a:r>
                        <a:rPr lang="en-US" sz="600">
                          <a:latin typeface="Arial"/>
                        </a:rPr>
                        <a:t>Line-7</a:t>
                      </a:r>
                      <a:br/>
                      <a:r>
                        <a:rPr lang="en-US" sz="600">
                          <a:latin typeface="Arial"/>
                        </a:rPr>
                        <a:t>Line-8</a:t>
                      </a:r>
                      <a:br/>
                      <a:r>
                        <a:rPr lang="en-US" sz="600">
                          <a:latin typeface="Arial"/>
                        </a:rPr>
                        <a:t>Line-9</a:t>
                      </a:r>
                    </a:p>
                  </a:txBody>
                  <a:tcPr marL="0" marR="0" marT="0" marB="0" anchor="t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