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-control"/>
          <p:cNvSpPr/>
          <p:nvPr/>
        </p:nvSpPr>
        <p:spPr>
          <a:xfrm>
            <a:off x="508000" y="762000"/>
            <a:ext cx="2032000" cy="1524000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254000" dist="0" dir="0" rotWithShape="0">
              <a:srgbClr val="000000">
                <a:alpha val="100000"/>
              </a:srgbClr>
            </a:outerShdw>
          </a:effectLst>
        </p:spPr>
        <p:txBody>
          <a:bodyPr/>
          <a:lstStyle/>
          <a:p/>
        </p:txBody>
      </p:sp>
      <p:sp>
        <p:nvSpPr>
          <p:cNvPr id="3" name="triangle-tall"/>
          <p:cNvSpPr/>
          <p:nvPr/>
        </p:nvSpPr>
        <p:spPr>
          <a:xfrm>
            <a:off x="3302000" y="508000"/>
            <a:ext cx="1524000" cy="3048000"/>
          </a:xfrm>
          <a:prstGeom prst="triangle">
            <a:avLst/>
          </a:prstGeom>
          <a:solidFill>
            <a:srgbClr val="C00000"/>
          </a:solidFill>
          <a:ln>
            <a:noFill/>
          </a:ln>
          <a:effectLst>
            <a:outerShdw blurRad="254000" dist="0" dir="0" rotWithShape="0">
              <a:srgbClr val="000000">
                <a:alpha val="100000"/>
              </a:srgbClr>
            </a:outerShdw>
          </a:effectLst>
        </p:spPr>
        <p:txBody>
          <a:bodyPr/>
          <a:lstStyle/>
          <a:p/>
        </p:txBody>
      </p:sp>
      <p:sp>
        <p:nvSpPr>
          <p:cNvPr id="4" name="diamond"/>
          <p:cNvSpPr/>
          <p:nvPr/>
        </p:nvSpPr>
        <p:spPr>
          <a:xfrm>
            <a:off x="5842000" y="762000"/>
            <a:ext cx="2540000" cy="1524000"/>
          </a:xfrm>
          <a:prstGeom prst="diamond">
            <a:avLst/>
          </a:prstGeom>
          <a:solidFill>
            <a:srgbClr val="C00000"/>
          </a:solidFill>
          <a:ln>
            <a:noFill/>
          </a:ln>
          <a:effectLst>
            <a:outerShdw blurRad="254000" dist="0" dir="0" rotWithShape="0">
              <a:srgbClr val="000000">
                <a:alpha val="100000"/>
              </a:srgbClr>
            </a:outerShdw>
          </a:effectLst>
        </p:spPr>
        <p:txBody>
          <a:bodyPr/>
          <a:lstStyle/>
          <a:p/>
        </p:txBody>
      </p:sp>
      <p:sp>
        <p:nvSpPr>
          <p:cNvPr id="5" name="rightArrow"/>
          <p:cNvSpPr/>
          <p:nvPr/>
        </p:nvSpPr>
        <p:spPr>
          <a:xfrm>
            <a:off x="508000" y="4318000"/>
            <a:ext cx="3048000" cy="152400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254000" dist="0" dir="0" rotWithShape="0">
              <a:srgbClr val="000000">
                <a:alpha val="100000"/>
              </a:srgbClr>
            </a:outerShdw>
          </a:effectLst>
        </p:spPr>
        <p:txBody>
          <a:bodyPr/>
          <a:lstStyle/>
          <a:p/>
        </p:txBody>
      </p:sp>
      <p:sp>
        <p:nvSpPr>
          <p:cNvPr id="6" name="star5"/>
          <p:cNvSpPr/>
          <p:nvPr/>
        </p:nvSpPr>
        <p:spPr>
          <a:xfrm>
            <a:off x="4572000" y="4064000"/>
            <a:ext cx="2286000" cy="2286000"/>
          </a:xfrm>
          <a:prstGeom prst="star5">
            <a:avLst/>
          </a:prstGeom>
          <a:solidFill>
            <a:srgbClr val="C00000"/>
          </a:solidFill>
          <a:ln>
            <a:noFill/>
          </a:ln>
          <a:effectLst>
            <a:outerShdw blurRad="254000" dist="0" dir="0" rotWithShape="0">
              <a:srgbClr val="000000">
                <a:alpha val="100000"/>
              </a:srgbClr>
            </a:outerShdw>
          </a:effectLst>
        </p:spPr>
        <p:txBody>
          <a:bodyPr/>
          <a:lstStyle/>
          <a:p/>
        </p:txBody>
      </p:sp>
      <p:sp>
        <p:nvSpPr>
          <p:cNvPr id="7" name="chevron"/>
          <p:cNvSpPr/>
          <p:nvPr/>
        </p:nvSpPr>
        <p:spPr>
          <a:xfrm>
            <a:off x="7874000" y="4318000"/>
            <a:ext cx="3048000" cy="1524000"/>
          </a:xfrm>
          <a:prstGeom prst="chevron">
            <a:avLst/>
          </a:prstGeom>
          <a:solidFill>
            <a:srgbClr val="C00000"/>
          </a:solidFill>
          <a:ln>
            <a:noFill/>
          </a:ln>
          <a:effectLst>
            <a:outerShdw blurRad="254000" dist="0" dir="0" rotWithShape="0">
              <a:srgbClr val="000000">
                <a:alpha val="100000"/>
              </a:srgbClr>
            </a:outerShdw>
          </a:effectLst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