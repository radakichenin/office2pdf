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theme" Target="theme/theme1.xml"/>
  <Relationship Id="rId2" Type="http://schemas.openxmlformats.org/officeDocument/2006/relationships/slide" Target="slides/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graph boundary probe"/>
          <p:cNvSpPr txBox="1"/>
          <p:nvPr/>
        </p:nvSpPr>
        <p:spPr>
          <a:xfrm>
            <a:off x="600000" y="600000"/>
            <a:ext cx="11000000" cy="30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>
              <a:lnSpc>
                <a:spcPct val="100000"/>
              </a:lnSpc>
            </a:pPr>
            <a:r>
              <a:rPr lang="en-US" sz="1800"/>
              <a:t>Paragraph one at eighteen point</a:t>
            </a:r>
            <a:endParaRPr lang="en-US" sz="1800"/>
          </a:p>
          <a:p>
            <a:pPr>
              <a:lnSpc>
                <a:spcPct val="100000"/>
              </a:lnSpc>
            </a:pPr>
            <a:r>
              <a:rPr lang="en-US" sz="1800"/>
              <a:t>Paragraph two at eighteen point</a:t>
            </a:r>
            <a:endParaRPr lang="en-US" sz="1800"/>
          </a:p>
          <a:p>
            <a:pPr>
              <a:lnSpc>
                <a:spcPct val="100000"/>
              </a:lnSpc>
            </a:pPr>
            <a:r>
              <a:rPr lang="en-US" sz="1800"/>
              <a:t>Paragraph three at eighteen point</a:t>
            </a:r>
            <a:endParaRPr lang="en-US" sz="1800"/>
          </a:p>
        </p:txBody>
      </p:sp>
    </p:spTree>
  </p:cSld>
</p:sld>
</file>

<file path=ppt/theme/theme1.xml><?xml version="1.0" encoding="utf-8"?>
<a:theme xmlns:a="http://schemas.openxmlformats.org/drawingml/2006/main" name="Issue 705">
  <a:themeElements>
    <a:clrScheme name="Issue 70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ssue 705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Issue 705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