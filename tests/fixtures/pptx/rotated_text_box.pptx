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/>
  <p:sldIdLst>
    <p:sldId id="256" r:id="rId2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200000" y="600000"/>
            <a:ext cx="9800000" cy="90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3200">
                <a:latin typeface="Arial"/>
              </a:rPr>
              <a:t>Rotated text boxes</a:t>
            </a:r>
          </a:p>
        </p:txBody>
      </p:sp>
      <p:sp>
        <p:nvSpPr>
          <p:cNvPr id="3" name="Left rail"/>
          <p:cNvSpPr txBox="1"/>
          <p:nvPr/>
        </p:nvSpPr>
        <p:spPr>
          <a:xfrm rot="16200000">
            <a:off x="-1700000" y="3000000"/>
            <a:ext cx="4200000" cy="700000"/>
          </a:xfrm>
          <a:prstGeom prst="rect">
            <a:avLst/>
          </a:prstGeom>
          <a:solidFill>
            <a:srgbClr val="DDE7F5"/>
          </a:solidFill>
        </p:spPr>
        <p:txBody>
          <a:bodyPr anchor="ctr"/>
          <a:lstStyle/>
          <a:p>
            <a:pPr algn="ctr"/>
            <a:r>
              <a:rPr lang="en-US" sz="1800">
                <a:latin typeface="Arial"/>
              </a:rPr>
              <a:t>READS BOTTOM TO TOP</a:t>
            </a:r>
          </a:p>
        </p:txBody>
      </p:sp>
      <p:sp>
        <p:nvSpPr>
          <p:cNvPr id="4" name="Right rail"/>
          <p:cNvSpPr txBox="1"/>
          <p:nvPr/>
        </p:nvSpPr>
        <p:spPr>
          <a:xfrm rot="5400000">
            <a:off x="9300000" y="3000000"/>
            <a:ext cx="4200000" cy="700000"/>
          </a:xfrm>
          <a:prstGeom prst="rect">
            <a:avLst/>
          </a:prstGeom>
          <a:solidFill>
            <a:srgbClr val="F5E7DD"/>
          </a:solidFill>
        </p:spPr>
        <p:txBody>
          <a:bodyPr anchor="ctr"/>
          <a:lstStyle/>
          <a:p>
            <a:pPr algn="ctr"/>
            <a:r>
              <a:rPr lang="en-US" sz="1800">
                <a:latin typeface="Arial"/>
              </a:rPr>
              <a:t>READS TOP TO BOTTOM</a:t>
            </a:r>
          </a:p>
        </p:txBody>
      </p:sp>
      <p:sp>
        <p:nvSpPr>
          <p:cNvPr id="5" name="Tilted"/>
          <p:cNvSpPr txBox="1"/>
          <p:nvPr/>
        </p:nvSpPr>
        <p:spPr>
          <a:xfrm rot="2700000">
            <a:off x="4200000" y="3000000"/>
            <a:ext cx="3800000" cy="900000"/>
          </a:xfrm>
          <a:prstGeom prst="rect">
            <a:avLst/>
          </a:prstGeom>
          <a:solidFill>
            <a:srgbClr val="E8F0E2"/>
          </a:solidFill>
        </p:spPr>
        <p:txBody>
          <a:bodyPr anchor="ctr"/>
          <a:lstStyle/>
          <a:p>
            <a:pPr algn="ctr"/>
            <a:r>
              <a:rPr lang="en-US" sz="2000">
                <a:latin typeface="Arial"/>
              </a:rPr>
              <a:t>Tilted 45 degrees</a:t>
            </a:r>
          </a:p>
        </p:txBody>
      </p:sp>
    </p:spTree>
  </p:cSld>
</p:sld>
</file>