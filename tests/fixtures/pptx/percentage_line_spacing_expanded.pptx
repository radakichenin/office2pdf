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2540000" cy="2540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Label 10pt"/>
          <p:cNvSpPr txBox="1"/>
          <p:nvPr/>
        </p:nvSpPr>
        <p:spPr>
          <a:xfrm>
            <a:off x="508000" y="20320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1400" b="1">
                <a:latin typeface="Arial"/>
              </a:rPr>
              <a:t>10pt / 150%</a:t>
            </a:r>
          </a:p>
        </p:txBody>
      </p:sp>
      <p:sp>
        <p:nvSpPr>
          <p:cNvPr id="9" name="Caption 10pt"/>
          <p:cNvSpPr txBox="1"/>
          <p:nvPr/>
        </p:nvSpPr>
        <p:spPr>
          <a:xfrm>
            <a:off x="508000" y="571500"/>
            <a:ext cx="1524000" cy="152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latin typeface="Arial"/>
              </a:rPr>
              <a:t>Hxg10a</a:t>
            </a:r>
            <a:br>
              <a:rPr lang="en-US" sz="1000">
                <a:latin typeface="Arial"/>
              </a:rPr>
            </a:br>
            <a:r>
              <a:rPr lang="en-US" sz="1000">
                <a:latin typeface="Arial"/>
              </a:rPr>
              <a:t>Hxg10b</a:t>
            </a:r>
            <a:br>
              <a:rPr lang="en-US" sz="1000">
                <a:latin typeface="Arial"/>
              </a:rPr>
            </a:br>
            <a:r>
              <a:rPr lang="en-US" sz="1000">
                <a:latin typeface="Arial"/>
              </a:rPr>
              <a:t>Hxg10c</a:t>
            </a:r>
            <a:br>
              <a:rPr lang="en-US" sz="1000">
                <a:latin typeface="Arial"/>
              </a:rPr>
            </a:br>
            <a:r>
              <a:rPr lang="en-US" sz="1000">
                <a:latin typeface="Arial"/>
              </a:rPr>
              <a:t>Hxg10d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