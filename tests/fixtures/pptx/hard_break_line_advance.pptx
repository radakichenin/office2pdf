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2540000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Relationship Id="rId3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Label 6pt"/>
          <p:cNvSpPr txBox="1"/>
          <p:nvPr/>
        </p:nvSpPr>
        <p:spPr>
          <a:xfrm>
            <a:off x="508000" y="20320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>
              <a:spcBef>
                <a:spcPts val="0"/>
              </a:spcBef>
            </a:pPr>
            <a:r>
              <a:rPr lang="en-US" sz="1400" b="1">
                <a:latin typeface="Arial"/>
              </a:rPr>
              <a:t>size 6pt</a:t>
            </a:r>
          </a:p>
        </p:txBody>
      </p:sp>
      <p:sp>
        <p:nvSpPr>
          <p:cNvPr id="3" name="Caption 6pt"/>
          <p:cNvSpPr txBox="1"/>
          <p:nvPr/>
        </p:nvSpPr>
        <p:spPr>
          <a:xfrm>
            <a:off x="508000" y="571500"/>
            <a:ext cx="1524000" cy="1524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600">
                <a:latin typeface="Arial"/>
              </a:rPr>
              <a:t>Hxg6a</a:t>
            </a:r>
            <a:br>
              <a:rPr lang="en-US" sz="600">
                <a:latin typeface="Arial"/>
              </a:rPr>
            </a:br>
            <a:r>
              <a:rPr lang="en-US" sz="600">
                <a:latin typeface="Arial"/>
              </a:rPr>
              <a:t>Hxg6b</a:t>
            </a:r>
            <a:br>
              <a:rPr lang="en-US" sz="600">
                <a:latin typeface="Arial"/>
              </a:rPr>
            </a:br>
            <a:r>
              <a:rPr lang="en-US" sz="600">
                <a:latin typeface="Arial"/>
              </a:rPr>
              <a:t>Hxg6c</a:t>
            </a:r>
            <a:br>
              <a:rPr lang="en-US" sz="600">
                <a:latin typeface="Arial"/>
              </a:rPr>
            </a:br>
            <a:r>
              <a:rPr lang="en-US" sz="600">
                <a:latin typeface="Arial"/>
              </a:rPr>
              <a:t>Hxg6d</a:t>
            </a:r>
          </a:p>
        </p:txBody>
      </p:sp>
      <p:sp>
        <p:nvSpPr>
          <p:cNvPr id="4" name="Label 8pt"/>
          <p:cNvSpPr txBox="1"/>
          <p:nvPr/>
        </p:nvSpPr>
        <p:spPr>
          <a:xfrm>
            <a:off x="2159000" y="20320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>
              <a:spcBef>
                <a:spcPts val="0"/>
              </a:spcBef>
            </a:pPr>
            <a:r>
              <a:rPr lang="en-US" sz="1400" b="1">
                <a:latin typeface="Arial"/>
              </a:rPr>
              <a:t>size 8pt</a:t>
            </a:r>
          </a:p>
        </p:txBody>
      </p:sp>
      <p:sp>
        <p:nvSpPr>
          <p:cNvPr id="5" name="Caption 8pt"/>
          <p:cNvSpPr txBox="1"/>
          <p:nvPr/>
        </p:nvSpPr>
        <p:spPr>
          <a:xfrm>
            <a:off x="2159000" y="571500"/>
            <a:ext cx="1524000" cy="1524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>
                <a:latin typeface="Arial"/>
              </a:rPr>
              <a:t>Hxg8a</a:t>
            </a:r>
            <a:br>
              <a:rPr lang="en-US" sz="800">
                <a:latin typeface="Arial"/>
              </a:rPr>
            </a:br>
            <a:r>
              <a:rPr lang="en-US" sz="800">
                <a:latin typeface="Arial"/>
              </a:rPr>
              <a:t>Hxg8b</a:t>
            </a:r>
            <a:br>
              <a:rPr lang="en-US" sz="800">
                <a:latin typeface="Arial"/>
              </a:rPr>
            </a:br>
            <a:r>
              <a:rPr lang="en-US" sz="800">
                <a:latin typeface="Arial"/>
              </a:rPr>
              <a:t>Hxg8c</a:t>
            </a:r>
            <a:br>
              <a:rPr lang="en-US" sz="800">
                <a:latin typeface="Arial"/>
              </a:rPr>
            </a:br>
            <a:r>
              <a:rPr lang="en-US" sz="800">
                <a:latin typeface="Arial"/>
              </a:rPr>
              <a:t>Hxg8d</a:t>
            </a:r>
          </a:p>
        </p:txBody>
      </p:sp>
      <p:sp>
        <p:nvSpPr>
          <p:cNvPr id="6" name="Label 9pt"/>
          <p:cNvSpPr txBox="1"/>
          <p:nvPr/>
        </p:nvSpPr>
        <p:spPr>
          <a:xfrm>
            <a:off x="3810000" y="20320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>
              <a:spcBef>
                <a:spcPts val="0"/>
              </a:spcBef>
            </a:pPr>
            <a:r>
              <a:rPr lang="en-US" sz="1400" b="1">
                <a:latin typeface="Arial"/>
              </a:rPr>
              <a:t>size 9pt</a:t>
            </a:r>
          </a:p>
        </p:txBody>
      </p:sp>
      <p:sp>
        <p:nvSpPr>
          <p:cNvPr id="7" name="Caption 9pt"/>
          <p:cNvSpPr txBox="1"/>
          <p:nvPr/>
        </p:nvSpPr>
        <p:spPr>
          <a:xfrm>
            <a:off x="3810000" y="571500"/>
            <a:ext cx="1524000" cy="1524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>
                <a:latin typeface="Arial"/>
              </a:rPr>
              <a:t>Hxg9a</a:t>
            </a:r>
            <a:br>
              <a:rPr lang="en-US" sz="900">
                <a:latin typeface="Arial"/>
              </a:rPr>
            </a:br>
            <a:r>
              <a:rPr lang="en-US" sz="900">
                <a:latin typeface="Arial"/>
              </a:rPr>
              <a:t>Hxg9b</a:t>
            </a:r>
            <a:br>
              <a:rPr lang="en-US" sz="900">
                <a:latin typeface="Arial"/>
              </a:rPr>
            </a:br>
            <a:r>
              <a:rPr lang="en-US" sz="900">
                <a:latin typeface="Arial"/>
              </a:rPr>
              <a:t>Hxg9c</a:t>
            </a:r>
            <a:br>
              <a:rPr lang="en-US" sz="900">
                <a:latin typeface="Arial"/>
              </a:rPr>
            </a:br>
            <a:r>
              <a:rPr lang="en-US" sz="900">
                <a:latin typeface="Arial"/>
              </a:rPr>
              <a:t>Hxg9d</a:t>
            </a:r>
          </a:p>
        </p:txBody>
      </p:sp>
      <p:sp>
        <p:nvSpPr>
          <p:cNvPr id="8" name="Label 10pt"/>
          <p:cNvSpPr txBox="1"/>
          <p:nvPr/>
        </p:nvSpPr>
        <p:spPr>
          <a:xfrm>
            <a:off x="5461000" y="20320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>
              <a:spcBef>
                <a:spcPts val="0"/>
              </a:spcBef>
            </a:pPr>
            <a:r>
              <a:rPr lang="en-US" sz="1400" b="1">
                <a:latin typeface="Arial"/>
              </a:rPr>
              <a:t>size 10pt</a:t>
            </a:r>
          </a:p>
        </p:txBody>
      </p:sp>
      <p:sp>
        <p:nvSpPr>
          <p:cNvPr id="9" name="Caption 10pt"/>
          <p:cNvSpPr txBox="1"/>
          <p:nvPr/>
        </p:nvSpPr>
        <p:spPr>
          <a:xfrm>
            <a:off x="5461000" y="571500"/>
            <a:ext cx="1524000" cy="1524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>
                <a:latin typeface="Arial"/>
              </a:rPr>
              <a:t>Hxg10a</a:t>
            </a:r>
            <a:br>
              <a:rPr lang="en-US" sz="1000">
                <a:latin typeface="Arial"/>
              </a:rPr>
            </a:br>
            <a:r>
              <a:rPr lang="en-US" sz="1000">
                <a:latin typeface="Arial"/>
              </a:rPr>
              <a:t>Hxg10b</a:t>
            </a:r>
            <a:br>
              <a:rPr lang="en-US" sz="1000">
                <a:latin typeface="Arial"/>
              </a:rPr>
            </a:br>
            <a:r>
              <a:rPr lang="en-US" sz="1000">
                <a:latin typeface="Arial"/>
              </a:rPr>
              <a:t>Hxg10c</a:t>
            </a:r>
            <a:br>
              <a:rPr lang="en-US" sz="1000">
                <a:latin typeface="Arial"/>
              </a:rPr>
            </a:br>
            <a:r>
              <a:rPr lang="en-US" sz="1000">
                <a:latin typeface="Arial"/>
              </a:rPr>
              <a:t>Hxg10d</a:t>
            </a:r>
          </a:p>
        </p:txBody>
      </p:sp>
      <p:sp>
        <p:nvSpPr>
          <p:cNvPr id="10" name="Label 11pt"/>
          <p:cNvSpPr txBox="1"/>
          <p:nvPr/>
        </p:nvSpPr>
        <p:spPr>
          <a:xfrm>
            <a:off x="7112000" y="20320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>
              <a:spcBef>
                <a:spcPts val="0"/>
              </a:spcBef>
            </a:pPr>
            <a:r>
              <a:rPr lang="en-US" sz="1400" b="1">
                <a:latin typeface="Arial"/>
              </a:rPr>
              <a:t>size 11pt</a:t>
            </a:r>
          </a:p>
        </p:txBody>
      </p:sp>
      <p:sp>
        <p:nvSpPr>
          <p:cNvPr id="11" name="Caption 11pt"/>
          <p:cNvSpPr txBox="1"/>
          <p:nvPr/>
        </p:nvSpPr>
        <p:spPr>
          <a:xfrm>
            <a:off x="7112000" y="571500"/>
            <a:ext cx="1524000" cy="1524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>
                <a:latin typeface="Arial"/>
              </a:rPr>
              <a:t>Hxg11a</a:t>
            </a:r>
            <a:br>
              <a:rPr lang="en-US" sz="1100">
                <a:latin typeface="Arial"/>
              </a:rPr>
            </a:br>
            <a:r>
              <a:rPr lang="en-US" sz="1100">
                <a:latin typeface="Arial"/>
              </a:rPr>
              <a:t>Hxg11b</a:t>
            </a:r>
            <a:br>
              <a:rPr lang="en-US" sz="1100">
                <a:latin typeface="Arial"/>
              </a:rPr>
            </a:br>
            <a:r>
              <a:rPr lang="en-US" sz="1100">
                <a:latin typeface="Arial"/>
              </a:rPr>
              <a:t>Hxg11c</a:t>
            </a:r>
            <a:br>
              <a:rPr lang="en-US" sz="1100">
                <a:latin typeface="Arial"/>
              </a:rPr>
            </a:br>
            <a:r>
              <a:rPr lang="en-US" sz="1100">
                <a:latin typeface="Arial"/>
              </a:rPr>
              <a:t>Hxg11d</a:t>
            </a:r>
          </a:p>
        </p:txBody>
      </p:sp>
      <p:sp>
        <p:nvSpPr>
          <p:cNvPr id="12" name="Label 12pt"/>
          <p:cNvSpPr txBox="1"/>
          <p:nvPr/>
        </p:nvSpPr>
        <p:spPr>
          <a:xfrm>
            <a:off x="8763000" y="20320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>
              <a:spcBef>
                <a:spcPts val="0"/>
              </a:spcBef>
            </a:pPr>
            <a:r>
              <a:rPr lang="en-US" sz="1400" b="1">
                <a:latin typeface="Arial"/>
              </a:rPr>
              <a:t>size 12pt</a:t>
            </a:r>
          </a:p>
        </p:txBody>
      </p:sp>
      <p:sp>
        <p:nvSpPr>
          <p:cNvPr id="13" name="Caption 12pt"/>
          <p:cNvSpPr txBox="1"/>
          <p:nvPr/>
        </p:nvSpPr>
        <p:spPr>
          <a:xfrm>
            <a:off x="8763000" y="571500"/>
            <a:ext cx="1524000" cy="1524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>
                <a:latin typeface="Arial"/>
              </a:rPr>
              <a:t>Hxg12a</a:t>
            </a:r>
            <a:br>
              <a:rPr lang="en-US" sz="1200">
                <a:latin typeface="Arial"/>
              </a:rPr>
            </a:br>
            <a:r>
              <a:rPr lang="en-US" sz="1200">
                <a:latin typeface="Arial"/>
              </a:rPr>
              <a:t>Hxg12b</a:t>
            </a:r>
            <a:br>
              <a:rPr lang="en-US" sz="1200">
                <a:latin typeface="Arial"/>
              </a:rPr>
            </a:br>
            <a:r>
              <a:rPr lang="en-US" sz="1200">
                <a:latin typeface="Arial"/>
              </a:rPr>
              <a:t>Hxg12c</a:t>
            </a:r>
            <a:br>
              <a:rPr lang="en-US" sz="1200">
                <a:latin typeface="Arial"/>
              </a:rPr>
            </a:br>
            <a:r>
              <a:rPr lang="en-US" sz="1200">
                <a:latin typeface="Arial"/>
              </a:rPr>
              <a:t>Hxg12d</a:t>
            </a:r>
          </a:p>
        </p:txBody>
      </p:sp>
      <p:sp>
        <p:nvSpPr>
          <p:cNvPr id="14" name="Label 14pt"/>
          <p:cNvSpPr txBox="1"/>
          <p:nvPr/>
        </p:nvSpPr>
        <p:spPr>
          <a:xfrm>
            <a:off x="10414000" y="20320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>
              <a:spcBef>
                <a:spcPts val="0"/>
              </a:spcBef>
            </a:pPr>
            <a:r>
              <a:rPr lang="en-US" sz="1400" b="1">
                <a:latin typeface="Arial"/>
              </a:rPr>
              <a:t>size 14pt</a:t>
            </a:r>
          </a:p>
        </p:txBody>
      </p:sp>
      <p:sp>
        <p:nvSpPr>
          <p:cNvPr id="15" name="Caption 14pt"/>
          <p:cNvSpPr txBox="1"/>
          <p:nvPr/>
        </p:nvSpPr>
        <p:spPr>
          <a:xfrm>
            <a:off x="10414000" y="571500"/>
            <a:ext cx="1524000" cy="1524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>
                <a:latin typeface="Arial"/>
              </a:rPr>
              <a:t>Hxg14a</a:t>
            </a:r>
            <a:br>
              <a:rPr lang="en-US" sz="1400">
                <a:latin typeface="Arial"/>
              </a:rPr>
            </a:br>
            <a:r>
              <a:rPr lang="en-US" sz="1400">
                <a:latin typeface="Arial"/>
              </a:rPr>
              <a:t>Hxg14b</a:t>
            </a:r>
            <a:br>
              <a:rPr lang="en-US" sz="1400">
                <a:latin typeface="Arial"/>
              </a:rPr>
            </a:br>
            <a:r>
              <a:rPr lang="en-US" sz="1400">
                <a:latin typeface="Arial"/>
              </a:rPr>
              <a:t>Hxg14c</a:t>
            </a:r>
            <a:br>
              <a:rPr lang="en-US" sz="1400">
                <a:latin typeface="Arial"/>
              </a:rPr>
            </a:br>
            <a:r>
              <a:rPr lang="en-US" sz="1400">
                <a:latin typeface="Arial"/>
              </a:rPr>
              <a:t>Hxg14d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