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8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2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24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8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28/2/2025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8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28/2/2025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1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28/2/2025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8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0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0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7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83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2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D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Labels"/>
          <p:cNvSpPr txBox="1"/>
          <p:nvPr/>
        </p:nvSpPr>
        <p:spPr>
          <a:xfrm>
            <a:off x="1219200" y="2133600"/>
            <a:ext cx="9753600" cy="259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Sensitivity: Internal</a:t>
            </a:r>
          </a:p>
          <a:p>
            <a:r>
              <a:rPr lang="en-US" sz="3200" dirty="0">
                <a:solidFill>
                  <a:srgbClr val="000000">
                    <a:alpha val="50000"/>
                  </a:srgbClr>
                </a:solidFill>
                <a:latin typeface="Arial" pitchFamily="34" charset="0"/>
                <a:cs typeface="Arial" pitchFamily="34" charset="0"/>
              </a:rPr>
              <a:t>Sensitivity: Internal</a:t>
            </a:r>
          </a:p>
          <a:p>
            <a:r>
              <a:rPr lang="en-US" sz="3200" dirty="0">
                <a:solidFill>
                  <a:srgbClr val="000000">
                    <a:alpha val="25000"/>
                  </a:srgbClr>
                </a:solidFill>
                <a:latin typeface="Arial" pitchFamily="34" charset="0"/>
                <a:cs typeface="Arial" pitchFamily="34" charset="0"/>
              </a:rPr>
              <a:t>Sensitivity: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Calisto MT</vt:lpstr>
      <vt:lpstr>Univers Condensed</vt:lpstr>
      <vt:lpstr>ChronicleVTI</vt:lpstr>
      <vt:lpstr>PAGE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https://mysamplefiles.com</dc:creator>
  <dcterms:created xsi:type="dcterms:W3CDTF">2025-02-28T08:22:49Z</dcterms:created>
  <dcterms:modified xsi:type="dcterms:W3CDTF">2025-02-28T08:25:03Z</dcterms:modified>
</cp:coreProperties>
</file>