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28/2/2025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1853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28/2/2025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425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28/2/2025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7240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28/2/2025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9861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28/2/2025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6899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28/2/2025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817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28/2/2025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6892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28/2/2025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2034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28/2/2025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6009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28/2/2025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8751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28/2/2025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9830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28/2/2025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924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2" r:id="rId6"/>
    <p:sldLayoutId id="2147483688" r:id="rId7"/>
    <p:sldLayoutId id="2147483689" r:id="rId8"/>
    <p:sldLayoutId id="2147483690" r:id="rId9"/>
    <p:sldLayoutId id="2147483691" r:id="rId10"/>
    <p:sldLayoutId id="2147483693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1143000"/>
          <a:ext cx="7315200" cy="13716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7315200"/>
              </a:tblGrid>
              <a:tr h="685800">
                <a:tc>
                  <a:txBody>
                    <a:bodyPr/>
                    <a:lstStyle>
                      <a:lvl1pPr algn="l">
                        <a:defRPr sz="2400">
                          <a:solidFill>
                            <a:srgbClr val="000000"/>
                          </a:solidFill>
                          <a:latin typeface="Times New Roman"/>
                        </a:defRPr>
                      </a:lvl1pPr>
                    </a:lstStyle>
                    <a:p>
                      <a:pPr algn="l"/>
                      <a:r>
                        <a:rPr lang="en-US" sz="2400">
                          <a:solidFill>
                            <a:srgbClr val="000000"/>
                          </a:solidFill>
                          <a:latin typeface="Verdana"/>
                        </a:rPr>
                        <a:t>Run names Verdana</a:t>
                      </a:r>
                    </a:p>
                  </a:txBody>
                  <a:tcPr marL="91440" marR="91440" anchor="ctr">
                    <a:noFill/>
                  </a:tcPr>
                </a:tc>
              </a:tr>
              <a:tr h="685800">
                <a:tc>
                  <a:txBody>
                    <a:bodyPr/>
                    <a:lstStyle>
                      <a:lvl1pPr algn="l">
                        <a:defRPr sz="2400">
                          <a:solidFill>
                            <a:srgbClr val="000000"/>
                          </a:solidFill>
                          <a:latin typeface="Times New Roman"/>
                        </a:defRPr>
                      </a:lvl1pPr>
                    </a:lstStyle>
                    <a:p>
                      <a:pPr algn="l"/>
                      <a:r>
                        <a:rPr lang="en-US" sz="2400">
                          <a:solidFill>
                            <a:srgbClr val="000000"/>
                          </a:solidFill>
                        </a:rPr>
                        <a:t>Run names nothing</a:t>
                      </a:r>
                    </a:p>
                  </a:txBody>
                  <a:tcPr marL="91440" marR="91440" anchor="ctr"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</Words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Calisto MT</vt:lpstr>
      <vt:lpstr>Univers Condensed</vt:lpstr>
      <vt:lpstr>ChronicleVTI</vt:lpstr>
      <vt:lpstr>PAGE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https://mysamplefiles.com</dc:creator>
  <dcterms:created xsi:type="dcterms:W3CDTF">2025-02-28T08:22:49Z</dcterms:created>
  <dcterms:modified xsi:type="dcterms:W3CDTF">2025-02-28T08:25:03Z</dcterms:modified>
</cp:coreProperties>
</file>