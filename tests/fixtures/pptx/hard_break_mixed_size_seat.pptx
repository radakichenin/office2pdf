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Id1"/>
  </p:sldMasterIdLst>
  <p:sldIdLst>
    <p:sldId id="256" r:id="rId2"/>
  </p:sldIdLst>
  <p:sldSz cx="2540000" cy="3175000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
<Relationship Id="rId3" Type="http://schemas.openxmlformats.org/officeDocument/2006/relationships/theme" Target="theme/theme1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Label 6pt"/>
          <p:cNvSpPr txBox="1"/>
          <p:nvPr/>
        </p:nvSpPr>
        <p:spPr>
          <a:xfrm>
            <a:off x="508000" y="203200"/>
            <a:ext cx="15240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spcBef>
                <a:spcPts val="0"/>
              </a:spcBef>
            </a:pPr>
            <a:r>
              <a:rPr lang="en-US" sz="1400" b="1">
                <a:latin typeface="Arial"/>
              </a:rPr>
              <a:t>Arial 20 / 10pt</a:t>
            </a:r>
          </a:p>
        </p:txBody>
      </p:sp>
      <p:sp>
        <p:nvSpPr>
          <p:cNvPr id="3" name="Caption mixed 20 10pt"/>
          <p:cNvSpPr txBox="1"/>
          <p:nvPr/>
        </p:nvSpPr>
        <p:spPr>
          <a:xfrm>
            <a:off x="508000" y="571500"/>
            <a:ext cx="1524000" cy="3175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000">
                <a:latin typeface="Arial"/>
              </a:rPr>
              <a:t>Hxg20-1</a:t>
            </a:r>
            <a:br>
              <a:rPr lang="en-US" sz="2000">
                <a:latin typeface="Arial"/>
              </a:rPr>
            </a:br>
            <a:r>
              <a:rPr lang="en-US" sz="1000">
                <a:latin typeface="Arial"/>
              </a:rPr>
              <a:t>Hxg10-2</a:t>
            </a:r>
            <a:br>
              <a:rPr lang="en-US" sz="1000">
                <a:latin typeface="Arial"/>
              </a:rPr>
            </a:br>
            <a:r>
              <a:rPr lang="en-US" sz="2000">
                <a:latin typeface="Arial"/>
              </a:rPr>
              <a:t>Hxg20-3</a:t>
            </a:r>
            <a:br>
              <a:rPr lang="en-US" sz="2000">
                <a:latin typeface="Arial"/>
              </a:rPr>
            </a:br>
            <a:r>
              <a:rPr lang="en-US" sz="1000">
                <a:latin typeface="Arial"/>
              </a:rPr>
              <a:t>Hxg10-4</a:t>
            </a:r>
            <a:br>
              <a:rPr lang="en-US" sz="1000">
                <a:latin typeface="Arial"/>
              </a:rPr>
            </a:br>
            <a:r>
              <a:rPr lang="en-US" sz="2000">
                <a:latin typeface="Arial"/>
              </a:rPr>
              <a:t>Hxg20-5</a:t>
            </a:r>
            <a:br>
              <a:rPr lang="en-US" sz="2000">
                <a:latin typeface="Arial"/>
              </a:rPr>
            </a:br>
            <a:r>
              <a:rPr lang="en-US" sz="1000">
                <a:latin typeface="Arial"/>
              </a:rPr>
              <a:t>Hxg10-6</a:t>
            </a:r>
            <a:br>
              <a:rPr lang="en-US" sz="1000">
                <a:latin typeface="Arial"/>
              </a:rPr>
            </a:br>
            <a:r>
              <a:rPr lang="en-US" sz="2000">
                <a:latin typeface="Arial"/>
              </a:rPr>
              <a:t>Hxg20-7</a:t>
            </a:r>
            <a:br>
              <a:rPr lang="en-US" sz="2000">
                <a:latin typeface="Arial"/>
              </a:rPr>
            </a:br>
            <a:r>
              <a:rPr lang="en-US" sz="1000">
                <a:latin typeface="Arial"/>
              </a:rPr>
              <a:t>Hxg10-8</a:t>
            </a:r>
            <a:br>
              <a:rPr lang="en-US" sz="1000">
                <a:latin typeface="Arial"/>
              </a:rPr>
            </a:br>
            <a:r>
              <a:rPr lang="en-US" sz="2000">
                <a:latin typeface="Arial"/>
              </a:rPr>
              <a:t>Hxg20-9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